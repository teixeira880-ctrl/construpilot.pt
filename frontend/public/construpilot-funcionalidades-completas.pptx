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228600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ConstruPilot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Funcionalidades Completas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Guia comercial · Particulares · Premium · Pro · Pro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construpilot.pt   ·   info@construpilot.pt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Da planta ao orçamento em minutos.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1. Visão geral e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2. Plano Particulares (Freemium)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3. Plano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4. Plano Pro (Profissionais)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5. Plano Pro Business (Empresas)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6. Comparação de planos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7. Blog e prospetos regionais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8. Integrações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9. Roadmap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1. Visão geral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Plataforma SaaS 100% PT-PT para construção civil.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Da descrição do projeto até ao orçamento profissional em minutos — preços PT 2026 + coeficientes regionais.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265176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Calibri"/>
              </a:rPr>
              <a:t>322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trabalhos compostos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377440"/>
            <a:ext cx="265176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5146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Calibri"/>
              </a:rPr>
              <a:t>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004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especialidades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40"/>
            <a:ext cx="265176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5146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Calibri"/>
              </a:rPr>
              <a:t>7 021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004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linhas de composição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377440"/>
            <a:ext cx="265176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5146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Calibri"/>
              </a:rPr>
              <a:t>6 / 13 / 23 %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2004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taxas IVA 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Coeficientes regionais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09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0B981"/>
                </a:solidFill>
                <a:latin typeface="Calibri"/>
              </a:rPr>
              <a:t>Lisboa: × 1,15   ·   Porto: × 1,08   ·   Algarve: × 1,12   ·   Interior: × 0,90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Fontes: Santander · CYPE Ingenieros · Multigam · Grupo Casais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2. Plano Particulares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Plano Particulares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Freemium — para autoconstrutores, proprietários e primeiro estudo.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0B981"/>
                </a:solidFill>
                <a:latin typeface="Calibri"/>
              </a:rPr>
              <a:t>15 funcionalidades detalhadas nos próximos slides 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2. Plano Particulares  · 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Landing Portugal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Página inicial 100% PT com landings regionais (Lisboa, Porto, Algarve, Interior).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Estimativa por descrição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Descreva a obra em texto e receba uma estimativa instantânea, chiffrada, por m² e por especialidade.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Estimativa por voz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Grave um vídeo/áudio a descrever a obra: Whisper transcreve em PT-PT e a IA gera o orçamento.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Análise foto de divisão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Fotografe uma divisão: a IA identifica paredes, pavimento, teto, vãos, sanitários e propõe os trabalhos.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7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Análise foto com dimensões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7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Medição por foto: obtenha comprimento/largura/altura aproximados de qualquer divisão.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2. Plano Particulares  · 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Coach IA obras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Chatbot em PT-PT que responde às suas dúvidas sobre obras, licenças, IVA e materiais.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Calculadoras públicas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Azulejos, pladur, betão, isolamento — resultado detalhado com quantidades e orçamento.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Guias Faço-eu-mesmo (DIY)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Passo a passo, materiais calculados, dicas de profissional e erros a evitar.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Pesquisa multi-fornecedor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Compare preços de materiais em vários fornecedores portugueses.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7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Biblioteca partilhada (consulta)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7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322 trabalhos compostos PT 2026 com preços baixo/médio/alto.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2. Plano Particulares  · 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Blog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Artigos sobre construção, renovação, isolamento, pladur, canalização, IVA.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Comparativo entre soluções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Escolha entre pladur × alvenaria, gás × elétrico, ladrilho × microcimento.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Partilha por link + 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Envie fichas ao cliente por SMS ou email; funciona sem conta.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Descarga PDF de fichas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Cada ficha de cálculo exportável em PDF profissional.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7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SEO PT + Open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7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Meta tags, sitemap, OG image, canonical PT-PT.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3. Plano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Plano Premium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Upgrade Particulares — quem quer estudar plantas e ter export PDF profissional.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0B981"/>
                </a:solidFill>
                <a:latin typeface="Calibri"/>
              </a:rPr>
              <a:t>8 funcionalidades detalhadas nos próximos slides 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3. Plano Premium  · 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Estudo de plantas DWG/DXF/PDF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Upload de plantas (CloudConvert converte DWG→DXF); leitura automática de divisões, muros e vãos.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Medição 2D interativa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Corrija a leitura da IA: mova divisórias, ajuste medidas, adicione elementos.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Comparação de plantas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Compare duas versões (antes/depois) lado a lado.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Estimação estrutural avançada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Cálculo de armaduras, cofragens, betão, laje, vigas.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7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Análise foto profissional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7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Dimensões, área útil, área bruta, materiais, tempo de execução.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3. Plano Premium  · 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Notificações Push (VAPID)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Alertas quando o estudo termina ou o orçamento é aceite.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Exportação PDF profissional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PDF com logotipo, cabeçalho verde, KPIs, tabela de trabalhos e assinatura.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Painel utilizador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Histórico completo dos seus estudos, plantas e fotos.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4. Plano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Plano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Para profissionais liberais e pequenas empresas de construção.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0B981"/>
                </a:solidFill>
                <a:latin typeface="Calibri"/>
              </a:rPr>
              <a:t>14 funcionalidades detalhadas nos próximos slides 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4. Plano Pro  · 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Biblioteca pessoal 322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Catálogo inicial PT 2026 já semeado; cada empresa ajusta preços.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Catálogo de materiais próprio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Import Excel/CSV; procura Tavily de preços web.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Orçamentos completos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Editor drag-and-drop, IVA 6/13/23%, retenções, sinal, condições de pagamento.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Faturas + notas de crédito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Numeração automática, série anual, formatos 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7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Assinatura eletrónica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7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Cliente assina no telemóvel; PDF final com selo temporal.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4. Plano Pro  · 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CRM básico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Clientes, obras, projetos, pipeline de propostas.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Envio orçamento/fatura por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Via Resend (domínio verificado construpilot.pt).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Recibos PDF automáticos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Emitidos assim que o pagamento é registado.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Templates com branding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Logotipo, cores, condições gerais editáveis.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7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Estatísticas de negócio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7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Volume de negócio assinado, faturado, por especialidade e por cliente.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4. Plano Pro  · 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QuoteScanner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Digitalize orçamentos concorrentes e faça matching automático de linhas.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Portal do 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O cliente consulta orçamentos, faturas e histórico numa área privada.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Leads e avaliações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Receba pedidos de particulares; publique reviews verificadas.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Portal 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Selo profissional com KYC básico.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5. Plano Pro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Plano Pro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Empresas com vários utilizadores, marketplace e estudos avançados.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0B981"/>
                </a:solidFill>
                <a:latin typeface="Calibri"/>
              </a:rPr>
              <a:t>13 funcionalidades detalhadas nos próximos slides 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5. Plano Pro Business  · 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Biblioteca partilhada PT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322 items com preços baixo/médio/alto usados pelos estudos de plantas em fallback.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Coeficientes regionais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Lisboa 1,15 · Porto 1,08 · Algarve 1,12 · Interior 0,90 aplicados automaticamente.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Multi-utilizador por empresa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Convite de colegas, permissões por perfil (comercial, técnico, administrativo).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KYC empresa + verificação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NIF, alvará, seguros de responsabilidade civil, número CCP.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7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Import DPGF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7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Suba um DPGF FR/PT em Excel e recupere linhas orçamentadas.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5. Plano Pro Business  · 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Marketplace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Publique especialidade e receba pedidos de particulares (radius geográfico).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Estatísticas avançadas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CA anual assinado, painel executivo, previsão de tesouraria.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Auditoria e recibos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Trail de eventos, exportação para contabilista.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EInvoicing (Factur-X 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Faturas eletrónicas certificadas para clientes públicos.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7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API keys empresariais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7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Ligue o seu ERP ou app à ConstruPilot.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5. Plano Pro Business  · 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Módulo HR (scaffold)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Gestão de funcionários, horas, ordenados por obra.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Módulo Approvisionamento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Encomendas materiais, folhas de obra, entregas.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▸ Suporte prioritário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Resposta útil em &lt;4h, gestor de conta dedicado.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6. Comparação de planos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300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Funcionalidade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Particulares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 Business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Estimativa texto/voz/foto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Coach IA obras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Calculadoras + DIY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Estudo plantas DWG/DXF/PDF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Medição 2D interativa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Notificações 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Biblioteca pessoal editável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Orçamentos + faturas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CRM + portal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Envio email Resend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Multi-utilizador empresa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Marketplace + leads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EInvoicing Factur-X 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API + HR + Appro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4748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7. Blog &amp; prospetos regionais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Landings regionais SEO PT (Lisboa · Porto · Algarve · Interior) + artigos técnicos: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▸ Preços de construção em Portugal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Balanço regional dos preços por m² por especialidade (Lisboa, Porto, Algarve).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▸ Como calcular betão para uma laje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Fórmula, margens de segurança e comparativo saco × autobetoneira.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▸ Pladur × alvenaria: qual escolher?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Comparação de custo, isolamento térmico e acústico, execução.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▸ IVA na construção em Portugal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Regime dos 6% (reabilitação urbana), 13% e 23% — quando cada um se aplica.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▸ Construir piscina em Portugal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Betão × fibra de vidro × liner; regulação e custos 2026.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▸ Licença de construção: passos e prazos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Da submissão à Câmara ao alvará; documentos e taxas.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8. Integrações  · 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▸ Emergent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89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Claude Sonnet + GPT-4 para análise de fotos, estimação IA e coach conversacional.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▸ Resend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585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Emails transacionais (verificação, orçamentos, faturas) com domínio construpilot.pt verificado (SPF/DKIM).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▸ CloudConvert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272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Conversão DWG→DXF e PDF→imagens para o motor de leitura de plantas.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1187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▸ Tavily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959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Pesquisa web em tempo real de preços de materiais em fornecedores portugueses.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▸ OpenAI Whisper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6460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Transcrição de vídeos/áudios em PT-PT (herda da língua do utilizador).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▸ Web Speech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332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Reconhecimento de voz no navegador para o Coach IA (pt-PT).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8. Integrações  · 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▸ VAPID 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89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Notificações Push web mesmo com o browser fechado.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▸ Twilio / SMS.to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585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SMS transacionais (em preparação).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▸ Stripe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272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Checkout de subscrições Premium/Pro/Pro Business (em preparação).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1187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▸ AutoSEO webhook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959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Publicação automática de artigos de blog com sitemap regenerado.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▸ MongoDB Atlas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6460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Base de dados NoSQL managed, TLS e backups automáticos.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Calibri"/>
              </a:rPr>
              <a:t>▸ FastAPI + Motor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332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Backend Python assíncrono, tipagem Pydantic e alta concorrência.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9. Roadmap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▸ SMS.to ativação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618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Notificações SMS PT para orçamentos e faturas.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▸ Stripe Checkout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Subscrição self-service com cartão SEPA.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▸ Expansão EN + 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334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Multi-idioma (após consolidação PT).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▸ Módulo HR completo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92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Payroll, ponto biométrico, ordenados por obra.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▸ Planning + Gantt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050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Planeamento visual do estaleiro.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▸ Assinatura biométrica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908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Assinatura móvel qualificada (eIDAS).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▸ Módulo Approvisionamento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766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Encomendas cruzadas, alertas de rutura.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▸ App móvel iOS/Android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624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Wrapper nativo PWA (já responsivo).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10B981"/>
                </a:solidFill>
                <a:latin typeface="Calibri"/>
              </a:rPr>
              <a:t>Da planta ao orçamento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em minutos.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Calibri"/>
              </a:rPr>
              <a:t>construpilot.pt   ·   info@construpilot.pt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© 2026 ConstruPilot. Documento gerado a 09/09/2026.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