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01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ConstruPilot — Estimar. Comparar. Construir.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A plataforma SaaS BTP all-in-one · PT · 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IA · plantas &amp; metragem · orçamentos · margens · compras · prospecção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02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Orçamentar obra em Portugal e França é lento, opaco e manual.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Excel + telefone a 15 fornecedores · processos divergentes · erros caros · fecho de contrato arrastado.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515600" cy="1371600"/>
          </a:xfrm>
          <a:prstGeom prst="roundRect">
            <a:avLst/>
          </a:prstGeom>
          <a:solidFill>
            <a:srgbClr val="FEF3C7"/>
          </a:solidFill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[a confirmar com fundador — estatística: tempo médio de orçamentação ou % de orçamentos abandonados — fonte INE/BTP]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03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ConstruPilot SaaS BTP all-in-one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IA de leitura de plantas · metragem automática · geração de orçamentos · comparação · acompanhamento até ao fecho.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04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Demo em 60 segundos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Da planta ao dossier BET em 3 cliques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Login na conta demo pro → projecto Moradia Martins → "faz o estudo BET completo" → 3 entregáveis (PDF processo + ZIP DXF + XLSX orçamento) em &lt;5 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05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4 ofertas, 1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Preços directos do deck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Particulares Grátis · Project Pass 50 € · Premium 19 €/mês · Pro 149 € HT/mês · Pro Business 249 € HT/mês.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06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Diferenciador 1 — IA de leitura de plantas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Cascata resiliente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Claude Opus → OpenAI → Gemini com fallback transparente · PDF/DWG até 50 MB · cálculo determinístico 100 % pós-leitura (zero alucinação em números).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07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Diferenciador 2 — Radar de obras &amp; prospecção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Alvarás oficiais em tempo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Portugal (Sitadel) + França · leads qualificados para artesãos e PME · zero scraping cinzento.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08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Diferenciador 3 — Processo BET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Único no 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PDF processo + DXF + XLSX com "PRÊT POUR VISA BET" em 1 clique. 15 pranchas, orçamento HT/TTC, cálculos EC2/EC8.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09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Portugal + França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Taxa de digitalização do BTP ainda muito baixa — oportunidade estrutural de crescimento.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515600" cy="1371600"/>
          </a:xfrm>
          <a:prstGeom prst="roundRect">
            <a:avLst/>
          </a:prstGeom>
          <a:solidFill>
            <a:srgbClr val="FEF3C7"/>
          </a:solidFill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[a confirmar com fundador — tamanho TAM/SAM/SOM — fonte INE para PT, Insee para FR + taxa actual de digitalização]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Tracção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Momento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Produto em produção em `construpilot.pt` e `construpilot.fr` · cascata IA activa · demo WebSummit lançada.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515600" cy="1371600"/>
          </a:xfrm>
          <a:prstGeom prst="roundRect">
            <a:avLst/>
          </a:prstGeom>
          <a:solidFill>
            <a:srgbClr val="FEF3C7"/>
          </a:solidFill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[a confirmar com fundador — utilizadores registados, MRR, ARR, nº projectos processados — fonte dashboard Stripe/interno]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Modelo de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Mix recorrente + one-shot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Receita recorrente (Premium + Pro + Pro Business) + one-shot (Project Pass 50 €) + comissão Radar (fase 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Equipa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Quem construiu isto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Fundador + equipa técnica · experiência combinada em engenharia civil + SaaS.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515600" cy="1371600"/>
          </a:xfrm>
          <a:prstGeom prst="roundRect">
            <a:avLst/>
          </a:prstGeom>
          <a:solidFill>
            <a:srgbClr val="FEF3C7"/>
          </a:solidFill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[a confirmar com fundador — nomes, backgrounds, fotos, LinkedIn — fonte perfis LinkedIn pessoais]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O que estamos a construir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Roadmap curto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Factura electrónica CIUS-PT/UBL · melhorias ao parser CAD · demo WebSummit (feito) · cascata IA (feito).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Inter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Inter"/>
              </a:rPr>
              <a:t>Juntem-se a nós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97316"/>
                </a:solidFill>
                <a:latin typeface="Inter"/>
              </a:rPr>
              <a:t>Web Summit 2026 · Lisboa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Venha ao nosso stand · `construpilot.pt` · contactos no final.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515600" cy="1371600"/>
          </a:xfrm>
          <a:prstGeom prst="roundRect">
            <a:avLst/>
          </a:prstGeom>
          <a:solidFill>
            <a:srgbClr val="FEF3C7"/>
          </a:solidFill>
          <a:ln w="317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/>
            <a:r>
              <a:rPr sz="1400" b="1">
                <a:solidFill>
                  <a:srgbClr val="0F172A"/>
                </a:solidFill>
                <a:latin typeface="Inter"/>
              </a:rPr>
              <a:t>[a confirmar com fundador — montante da ronda, use of funds, timeline + nº do stand Web Summit]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ConstruPilot — pré-rascunho v2, confidencial, não distribuir  ·  construpilot.pt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